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8" r:id="rId3"/>
    <p:sldId id="269" r:id="rId4"/>
    <p:sldId id="260" r:id="rId5"/>
    <p:sldId id="266" r:id="rId6"/>
    <p:sldId id="268" r:id="rId7"/>
    <p:sldId id="267" r:id="rId8"/>
    <p:sldId id="265" r:id="rId9"/>
  </p:sldIdLst>
  <p:sldSz cx="14630400" cy="8229600"/>
  <p:notesSz cx="8229600" cy="14630400"/>
  <p:embeddedFontLst>
    <p:embeddedFont>
      <p:font typeface="Crimson Pro Semi Bold" panose="020B0604020202020204" charset="0"/>
      <p:regular r:id="rId11"/>
    </p:embeddedFont>
    <p:embeddedFont>
      <p:font typeface="Heebo" pitchFamily="2" charset="-79"/>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CDC71-7EFE-4AFE-AF7B-D90085B24045}" v="97" dt="2025-11-01T02:37:49.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 Navya Cheggoju" userId="39cda223caffb1c6" providerId="LiveId" clId="{302032A6-C4CE-4D22-A628-870881B64C0C}"/>
    <pc:docChg chg="undo custSel addSld delSld modSld sldOrd">
      <pc:chgData name="Sree Navya Cheggoju" userId="39cda223caffb1c6" providerId="LiveId" clId="{302032A6-C4CE-4D22-A628-870881B64C0C}" dt="2025-11-01T08:53:18.824" v="325" actId="1076"/>
      <pc:docMkLst>
        <pc:docMk/>
      </pc:docMkLst>
      <pc:sldChg chg="addSp modSp mod">
        <pc:chgData name="Sree Navya Cheggoju" userId="39cda223caffb1c6" providerId="LiveId" clId="{302032A6-C4CE-4D22-A628-870881B64C0C}" dt="2025-11-01T08:53:18.824" v="325" actId="1076"/>
        <pc:sldMkLst>
          <pc:docMk/>
          <pc:sldMk cId="0" sldId="256"/>
        </pc:sldMkLst>
        <pc:spChg chg="mod">
          <ac:chgData name="Sree Navya Cheggoju" userId="39cda223caffb1c6" providerId="LiveId" clId="{302032A6-C4CE-4D22-A628-870881B64C0C}" dt="2025-11-01T08:53:18.824" v="325" actId="1076"/>
          <ac:spMkLst>
            <pc:docMk/>
            <pc:sldMk cId="0" sldId="256"/>
            <ac:spMk id="3" creationId="{00000000-0000-0000-0000-000000000000}"/>
          </ac:spMkLst>
        </pc:spChg>
        <pc:spChg chg="mod">
          <ac:chgData name="Sree Navya Cheggoju" userId="39cda223caffb1c6" providerId="LiveId" clId="{302032A6-C4CE-4D22-A628-870881B64C0C}" dt="2025-11-01T08:53:18.824" v="325" actId="1076"/>
          <ac:spMkLst>
            <pc:docMk/>
            <pc:sldMk cId="0" sldId="256"/>
            <ac:spMk id="4" creationId="{00000000-0000-0000-0000-000000000000}"/>
          </ac:spMkLst>
        </pc:spChg>
        <pc:spChg chg="add mod">
          <ac:chgData name="Sree Navya Cheggoju" userId="39cda223caffb1c6" providerId="LiveId" clId="{302032A6-C4CE-4D22-A628-870881B64C0C}" dt="2025-11-01T08:53:18.824" v="325" actId="1076"/>
          <ac:spMkLst>
            <pc:docMk/>
            <pc:sldMk cId="0" sldId="256"/>
            <ac:spMk id="5" creationId="{E7B70602-0F0C-B959-8B15-97A89014694C}"/>
          </ac:spMkLst>
        </pc:spChg>
        <pc:spChg chg="add mod">
          <ac:chgData name="Sree Navya Cheggoju" userId="39cda223caffb1c6" providerId="LiveId" clId="{302032A6-C4CE-4D22-A628-870881B64C0C}" dt="2025-11-01T02:03:12.473" v="43" actId="1076"/>
          <ac:spMkLst>
            <pc:docMk/>
            <pc:sldMk cId="0" sldId="256"/>
            <ac:spMk id="6" creationId="{A0E2A630-1B70-A8AD-EE57-5D73A2FDDA77}"/>
          </ac:spMkLst>
        </pc:spChg>
      </pc:sldChg>
      <pc:sldChg chg="addSp modSp">
        <pc:chgData name="Sree Navya Cheggoju" userId="39cda223caffb1c6" providerId="LiveId" clId="{302032A6-C4CE-4D22-A628-870881B64C0C}" dt="2025-11-01T02:03:15.576" v="44"/>
        <pc:sldMkLst>
          <pc:docMk/>
          <pc:sldMk cId="0" sldId="257"/>
        </pc:sldMkLst>
        <pc:spChg chg="add mod">
          <ac:chgData name="Sree Navya Cheggoju" userId="39cda223caffb1c6" providerId="LiveId" clId="{302032A6-C4CE-4D22-A628-870881B64C0C}" dt="2025-11-01T02:03:15.576" v="44"/>
          <ac:spMkLst>
            <pc:docMk/>
            <pc:sldMk cId="0" sldId="257"/>
            <ac:spMk id="13" creationId="{8CDBA35D-3871-B67F-0874-2924B96B8771}"/>
          </ac:spMkLst>
        </pc:spChg>
      </pc:sldChg>
      <pc:sldChg chg="addSp modSp">
        <pc:chgData name="Sree Navya Cheggoju" userId="39cda223caffb1c6" providerId="LiveId" clId="{302032A6-C4CE-4D22-A628-870881B64C0C}" dt="2025-11-01T02:03:17.587" v="45"/>
        <pc:sldMkLst>
          <pc:docMk/>
          <pc:sldMk cId="0" sldId="258"/>
        </pc:sldMkLst>
        <pc:spChg chg="add mod">
          <ac:chgData name="Sree Navya Cheggoju" userId="39cda223caffb1c6" providerId="LiveId" clId="{302032A6-C4CE-4D22-A628-870881B64C0C}" dt="2025-11-01T02:03:17.587" v="45"/>
          <ac:spMkLst>
            <pc:docMk/>
            <pc:sldMk cId="0" sldId="258"/>
            <ac:spMk id="9" creationId="{30C1BC84-C93D-CC46-7B62-E8D93560B640}"/>
          </ac:spMkLst>
        </pc:spChg>
      </pc:sldChg>
      <pc:sldChg chg="addSp delSp modSp mod">
        <pc:chgData name="Sree Navya Cheggoju" userId="39cda223caffb1c6" providerId="LiveId" clId="{302032A6-C4CE-4D22-A628-870881B64C0C}" dt="2025-11-01T02:19:08.907" v="190" actId="403"/>
        <pc:sldMkLst>
          <pc:docMk/>
          <pc:sldMk cId="0" sldId="259"/>
        </pc:sldMkLst>
        <pc:spChg chg="mod">
          <ac:chgData name="Sree Navya Cheggoju" userId="39cda223caffb1c6" providerId="LiveId" clId="{302032A6-C4CE-4D22-A628-870881B64C0C}" dt="2025-11-01T02:19:08.907" v="190" actId="403"/>
          <ac:spMkLst>
            <pc:docMk/>
            <pc:sldMk cId="0" sldId="259"/>
            <ac:spMk id="2" creationId="{00000000-0000-0000-0000-000000000000}"/>
          </ac:spMkLst>
        </pc:spChg>
        <pc:spChg chg="mod">
          <ac:chgData name="Sree Navya Cheggoju" userId="39cda223caffb1c6" providerId="LiveId" clId="{302032A6-C4CE-4D22-A628-870881B64C0C}" dt="2025-11-01T02:19:04.319" v="187" actId="1076"/>
          <ac:spMkLst>
            <pc:docMk/>
            <pc:sldMk cId="0" sldId="259"/>
            <ac:spMk id="3" creationId="{00000000-0000-0000-0000-000000000000}"/>
          </ac:spMkLst>
        </pc:spChg>
        <pc:spChg chg="mod">
          <ac:chgData name="Sree Navya Cheggoju" userId="39cda223caffb1c6" providerId="LiveId" clId="{302032A6-C4CE-4D22-A628-870881B64C0C}" dt="2025-11-01T02:19:04.319" v="187" actId="1076"/>
          <ac:spMkLst>
            <pc:docMk/>
            <pc:sldMk cId="0" sldId="259"/>
            <ac:spMk id="4" creationId="{00000000-0000-0000-0000-000000000000}"/>
          </ac:spMkLst>
        </pc:spChg>
        <pc:spChg chg="mod">
          <ac:chgData name="Sree Navya Cheggoju" userId="39cda223caffb1c6" providerId="LiveId" clId="{302032A6-C4CE-4D22-A628-870881B64C0C}" dt="2025-11-01T02:19:04.319" v="187" actId="1076"/>
          <ac:spMkLst>
            <pc:docMk/>
            <pc:sldMk cId="0" sldId="259"/>
            <ac:spMk id="5" creationId="{00000000-0000-0000-0000-000000000000}"/>
          </ac:spMkLst>
        </pc:spChg>
        <pc:spChg chg="mod">
          <ac:chgData name="Sree Navya Cheggoju" userId="39cda223caffb1c6" providerId="LiveId" clId="{302032A6-C4CE-4D22-A628-870881B64C0C}" dt="2025-11-01T02:19:04.319" v="187" actId="1076"/>
          <ac:spMkLst>
            <pc:docMk/>
            <pc:sldMk cId="0" sldId="259"/>
            <ac:spMk id="7" creationId="{00000000-0000-0000-0000-000000000000}"/>
          </ac:spMkLst>
        </pc:spChg>
        <pc:spChg chg="mod">
          <ac:chgData name="Sree Navya Cheggoju" userId="39cda223caffb1c6" providerId="LiveId" clId="{302032A6-C4CE-4D22-A628-870881B64C0C}" dt="2025-11-01T02:19:04.319" v="187" actId="1076"/>
          <ac:spMkLst>
            <pc:docMk/>
            <pc:sldMk cId="0" sldId="259"/>
            <ac:spMk id="9" creationId="{00000000-0000-0000-0000-000000000000}"/>
          </ac:spMkLst>
        </pc:spChg>
        <pc:spChg chg="mod">
          <ac:chgData name="Sree Navya Cheggoju" userId="39cda223caffb1c6" providerId="LiveId" clId="{302032A6-C4CE-4D22-A628-870881B64C0C}" dt="2025-11-01T02:19:04.319" v="187" actId="1076"/>
          <ac:spMkLst>
            <pc:docMk/>
            <pc:sldMk cId="0" sldId="259"/>
            <ac:spMk id="12" creationId="{00000000-0000-0000-0000-000000000000}"/>
          </ac:spMkLst>
        </pc:spChg>
        <pc:spChg chg="mod">
          <ac:chgData name="Sree Navya Cheggoju" userId="39cda223caffb1c6" providerId="LiveId" clId="{302032A6-C4CE-4D22-A628-870881B64C0C}" dt="2025-11-01T02:19:04.319" v="187" actId="1076"/>
          <ac:spMkLst>
            <pc:docMk/>
            <pc:sldMk cId="0" sldId="259"/>
            <ac:spMk id="14" creationId="{00000000-0000-0000-0000-000000000000}"/>
          </ac:spMkLst>
        </pc:spChg>
        <pc:spChg chg="mod">
          <ac:chgData name="Sree Navya Cheggoju" userId="39cda223caffb1c6" providerId="LiveId" clId="{302032A6-C4CE-4D22-A628-870881B64C0C}" dt="2025-11-01T02:19:04.319" v="187" actId="1076"/>
          <ac:spMkLst>
            <pc:docMk/>
            <pc:sldMk cId="0" sldId="259"/>
            <ac:spMk id="15" creationId="{00000000-0000-0000-0000-000000000000}"/>
          </ac:spMkLst>
        </pc:spChg>
        <pc:spChg chg="mod">
          <ac:chgData name="Sree Navya Cheggoju" userId="39cda223caffb1c6" providerId="LiveId" clId="{302032A6-C4CE-4D22-A628-870881B64C0C}" dt="2025-11-01T02:19:04.319" v="187" actId="1076"/>
          <ac:spMkLst>
            <pc:docMk/>
            <pc:sldMk cId="0" sldId="259"/>
            <ac:spMk id="16" creationId="{00000000-0000-0000-0000-000000000000}"/>
          </ac:spMkLst>
        </pc:spChg>
        <pc:spChg chg="mod">
          <ac:chgData name="Sree Navya Cheggoju" userId="39cda223caffb1c6" providerId="LiveId" clId="{302032A6-C4CE-4D22-A628-870881B64C0C}" dt="2025-11-01T02:19:04.319" v="187" actId="1076"/>
          <ac:spMkLst>
            <pc:docMk/>
            <pc:sldMk cId="0" sldId="259"/>
            <ac:spMk id="18" creationId="{00000000-0000-0000-0000-000000000000}"/>
          </ac:spMkLst>
        </pc:spChg>
        <pc:spChg chg="del">
          <ac:chgData name="Sree Navya Cheggoju" userId="39cda223caffb1c6" providerId="LiveId" clId="{302032A6-C4CE-4D22-A628-870881B64C0C}" dt="2025-11-01T02:18:55.624" v="186" actId="478"/>
          <ac:spMkLst>
            <pc:docMk/>
            <pc:sldMk cId="0" sldId="259"/>
            <ac:spMk id="19" creationId="{00000000-0000-0000-0000-000000000000}"/>
          </ac:spMkLst>
        </pc:spChg>
        <pc:spChg chg="del">
          <ac:chgData name="Sree Navya Cheggoju" userId="39cda223caffb1c6" providerId="LiveId" clId="{302032A6-C4CE-4D22-A628-870881B64C0C}" dt="2025-11-01T02:18:55.624" v="186" actId="478"/>
          <ac:spMkLst>
            <pc:docMk/>
            <pc:sldMk cId="0" sldId="259"/>
            <ac:spMk id="20" creationId="{00000000-0000-0000-0000-000000000000}"/>
          </ac:spMkLst>
        </pc:spChg>
        <pc:spChg chg="del">
          <ac:chgData name="Sree Navya Cheggoju" userId="39cda223caffb1c6" providerId="LiveId" clId="{302032A6-C4CE-4D22-A628-870881B64C0C}" dt="2025-11-01T02:18:55.624" v="186" actId="478"/>
          <ac:spMkLst>
            <pc:docMk/>
            <pc:sldMk cId="0" sldId="259"/>
            <ac:spMk id="21" creationId="{00000000-0000-0000-0000-000000000000}"/>
          </ac:spMkLst>
        </pc:spChg>
        <pc:spChg chg="del">
          <ac:chgData name="Sree Navya Cheggoju" userId="39cda223caffb1c6" providerId="LiveId" clId="{302032A6-C4CE-4D22-A628-870881B64C0C}" dt="2025-11-01T02:18:55.624" v="186" actId="478"/>
          <ac:spMkLst>
            <pc:docMk/>
            <pc:sldMk cId="0" sldId="259"/>
            <ac:spMk id="22" creationId="{00000000-0000-0000-0000-000000000000}"/>
          </ac:spMkLst>
        </pc:spChg>
        <pc:spChg chg="add mod">
          <ac:chgData name="Sree Navya Cheggoju" userId="39cda223caffb1c6" providerId="LiveId" clId="{302032A6-C4CE-4D22-A628-870881B64C0C}" dt="2025-11-01T02:03:19.577" v="46"/>
          <ac:spMkLst>
            <pc:docMk/>
            <pc:sldMk cId="0" sldId="259"/>
            <ac:spMk id="23" creationId="{31770DE6-A187-5D57-507B-7BC5684F8395}"/>
          </ac:spMkLst>
        </pc:spChg>
      </pc:sldChg>
      <pc:sldChg chg="addSp delSp modSp mod ord">
        <pc:chgData name="Sree Navya Cheggoju" userId="39cda223caffb1c6" providerId="LiveId" clId="{302032A6-C4CE-4D22-A628-870881B64C0C}" dt="2025-11-01T08:28:33.922" v="316"/>
        <pc:sldMkLst>
          <pc:docMk/>
          <pc:sldMk cId="0" sldId="260"/>
        </pc:sldMkLst>
        <pc:spChg chg="del">
          <ac:chgData name="Sree Navya Cheggoju" userId="39cda223caffb1c6" providerId="LiveId" clId="{302032A6-C4CE-4D22-A628-870881B64C0C}" dt="2025-11-01T02:29:30.572" v="225" actId="478"/>
          <ac:spMkLst>
            <pc:docMk/>
            <pc:sldMk cId="0" sldId="260"/>
            <ac:spMk id="3" creationId="{00000000-0000-0000-0000-000000000000}"/>
          </ac:spMkLst>
        </pc:spChg>
        <pc:spChg chg="del mod">
          <ac:chgData name="Sree Navya Cheggoju" userId="39cda223caffb1c6" providerId="LiveId" clId="{302032A6-C4CE-4D22-A628-870881B64C0C}" dt="2025-11-01T02:08:08.393" v="67" actId="478"/>
          <ac:spMkLst>
            <pc:docMk/>
            <pc:sldMk cId="0" sldId="260"/>
            <ac:spMk id="4" creationId="{00000000-0000-0000-0000-000000000000}"/>
          </ac:spMkLst>
        </pc:spChg>
        <pc:spChg chg="del">
          <ac:chgData name="Sree Navya Cheggoju" userId="39cda223caffb1c6" providerId="LiveId" clId="{302032A6-C4CE-4D22-A628-870881B64C0C}" dt="2025-11-01T02:07:29.574" v="54" actId="478"/>
          <ac:spMkLst>
            <pc:docMk/>
            <pc:sldMk cId="0" sldId="260"/>
            <ac:spMk id="5" creationId="{00000000-0000-0000-0000-000000000000}"/>
          </ac:spMkLst>
        </pc:spChg>
        <pc:spChg chg="del">
          <ac:chgData name="Sree Navya Cheggoju" userId="39cda223caffb1c6" providerId="LiveId" clId="{302032A6-C4CE-4D22-A628-870881B64C0C}" dt="2025-11-01T02:07:29.574" v="54" actId="478"/>
          <ac:spMkLst>
            <pc:docMk/>
            <pc:sldMk cId="0" sldId="260"/>
            <ac:spMk id="6" creationId="{00000000-0000-0000-0000-000000000000}"/>
          </ac:spMkLst>
        </pc:spChg>
        <pc:spChg chg="del">
          <ac:chgData name="Sree Navya Cheggoju" userId="39cda223caffb1c6" providerId="LiveId" clId="{302032A6-C4CE-4D22-A628-870881B64C0C}" dt="2025-11-01T02:07:29.574" v="54" actId="478"/>
          <ac:spMkLst>
            <pc:docMk/>
            <pc:sldMk cId="0" sldId="260"/>
            <ac:spMk id="7" creationId="{00000000-0000-0000-0000-000000000000}"/>
          </ac:spMkLst>
        </pc:spChg>
        <pc:spChg chg="del">
          <ac:chgData name="Sree Navya Cheggoju" userId="39cda223caffb1c6" providerId="LiveId" clId="{302032A6-C4CE-4D22-A628-870881B64C0C}" dt="2025-11-01T02:07:29.574" v="54" actId="478"/>
          <ac:spMkLst>
            <pc:docMk/>
            <pc:sldMk cId="0" sldId="260"/>
            <ac:spMk id="8" creationId="{00000000-0000-0000-0000-000000000000}"/>
          </ac:spMkLst>
        </pc:spChg>
        <pc:spChg chg="del">
          <ac:chgData name="Sree Navya Cheggoju" userId="39cda223caffb1c6" providerId="LiveId" clId="{302032A6-C4CE-4D22-A628-870881B64C0C}" dt="2025-11-01T02:07:29.574" v="54" actId="478"/>
          <ac:spMkLst>
            <pc:docMk/>
            <pc:sldMk cId="0" sldId="260"/>
            <ac:spMk id="9" creationId="{00000000-0000-0000-0000-000000000000}"/>
          </ac:spMkLst>
        </pc:spChg>
        <pc:spChg chg="del">
          <ac:chgData name="Sree Navya Cheggoju" userId="39cda223caffb1c6" providerId="LiveId" clId="{302032A6-C4CE-4D22-A628-870881B64C0C}" dt="2025-11-01T02:07:29.574" v="54" actId="478"/>
          <ac:spMkLst>
            <pc:docMk/>
            <pc:sldMk cId="0" sldId="260"/>
            <ac:spMk id="10" creationId="{00000000-0000-0000-0000-000000000000}"/>
          </ac:spMkLst>
        </pc:spChg>
        <pc:spChg chg="del">
          <ac:chgData name="Sree Navya Cheggoju" userId="39cda223caffb1c6" providerId="LiveId" clId="{302032A6-C4CE-4D22-A628-870881B64C0C}" dt="2025-11-01T02:07:29.574" v="54" actId="478"/>
          <ac:spMkLst>
            <pc:docMk/>
            <pc:sldMk cId="0" sldId="260"/>
            <ac:spMk id="11" creationId="{00000000-0000-0000-0000-000000000000}"/>
          </ac:spMkLst>
        </pc:spChg>
        <pc:spChg chg="del">
          <ac:chgData name="Sree Navya Cheggoju" userId="39cda223caffb1c6" providerId="LiveId" clId="{302032A6-C4CE-4D22-A628-870881B64C0C}" dt="2025-11-01T02:07:29.574" v="54" actId="478"/>
          <ac:spMkLst>
            <pc:docMk/>
            <pc:sldMk cId="0" sldId="260"/>
            <ac:spMk id="12" creationId="{00000000-0000-0000-0000-000000000000}"/>
          </ac:spMkLst>
        </pc:spChg>
        <pc:spChg chg="del">
          <ac:chgData name="Sree Navya Cheggoju" userId="39cda223caffb1c6" providerId="LiveId" clId="{302032A6-C4CE-4D22-A628-870881B64C0C}" dt="2025-11-01T02:07:29.574" v="54" actId="478"/>
          <ac:spMkLst>
            <pc:docMk/>
            <pc:sldMk cId="0" sldId="260"/>
            <ac:spMk id="13" creationId="{00000000-0000-0000-0000-000000000000}"/>
          </ac:spMkLst>
        </pc:spChg>
        <pc:spChg chg="del">
          <ac:chgData name="Sree Navya Cheggoju" userId="39cda223caffb1c6" providerId="LiveId" clId="{302032A6-C4CE-4D22-A628-870881B64C0C}" dt="2025-11-01T02:07:29.574" v="54" actId="478"/>
          <ac:spMkLst>
            <pc:docMk/>
            <pc:sldMk cId="0" sldId="260"/>
            <ac:spMk id="14" creationId="{00000000-0000-0000-0000-000000000000}"/>
          </ac:spMkLst>
        </pc:spChg>
        <pc:spChg chg="add mod">
          <ac:chgData name="Sree Navya Cheggoju" userId="39cda223caffb1c6" providerId="LiveId" clId="{302032A6-C4CE-4D22-A628-870881B64C0C}" dt="2025-11-01T02:08:18.574" v="69"/>
          <ac:spMkLst>
            <pc:docMk/>
            <pc:sldMk cId="0" sldId="260"/>
            <ac:spMk id="15" creationId="{2C9450D3-995E-4FBD-0E08-71F5A56A98B8}"/>
          </ac:spMkLst>
        </pc:spChg>
        <pc:picChg chg="del">
          <ac:chgData name="Sree Navya Cheggoju" userId="39cda223caffb1c6" providerId="LiveId" clId="{302032A6-C4CE-4D22-A628-870881B64C0C}" dt="2025-11-01T02:07:34.214" v="57" actId="478"/>
          <ac:picMkLst>
            <pc:docMk/>
            <pc:sldMk cId="0" sldId="260"/>
            <ac:picMk id="2" creationId="{00000000-0000-0000-0000-000000000000}"/>
          </ac:picMkLst>
        </pc:picChg>
        <pc:picChg chg="add mod">
          <ac:chgData name="Sree Navya Cheggoju" userId="39cda223caffb1c6" providerId="LiveId" clId="{302032A6-C4CE-4D22-A628-870881B64C0C}" dt="2025-11-01T02:29:43.349" v="230" actId="1076"/>
          <ac:picMkLst>
            <pc:docMk/>
            <pc:sldMk cId="0" sldId="260"/>
            <ac:picMk id="2050" creationId="{EC5EB663-7E8A-79E5-D174-75DA1492A227}"/>
          </ac:picMkLst>
        </pc:picChg>
      </pc:sldChg>
      <pc:sldChg chg="addSp delSp modSp del mod ord">
        <pc:chgData name="Sree Navya Cheggoju" userId="39cda223caffb1c6" providerId="LiveId" clId="{302032A6-C4CE-4D22-A628-870881B64C0C}" dt="2025-11-01T08:27:45.905" v="313" actId="47"/>
        <pc:sldMkLst>
          <pc:docMk/>
          <pc:sldMk cId="0" sldId="261"/>
        </pc:sldMkLst>
        <pc:spChg chg="mod">
          <ac:chgData name="Sree Navya Cheggoju" userId="39cda223caffb1c6" providerId="LiveId" clId="{302032A6-C4CE-4D22-A628-870881B64C0C}" dt="2025-11-01T02:09:02.590" v="71" actId="1076"/>
          <ac:spMkLst>
            <pc:docMk/>
            <pc:sldMk cId="0" sldId="261"/>
            <ac:spMk id="3" creationId="{00000000-0000-0000-0000-000000000000}"/>
          </ac:spMkLst>
        </pc:spChg>
        <pc:spChg chg="mod">
          <ac:chgData name="Sree Navya Cheggoju" userId="39cda223caffb1c6" providerId="LiveId" clId="{302032A6-C4CE-4D22-A628-870881B64C0C}" dt="2025-11-01T02:09:43.319" v="79" actId="14100"/>
          <ac:spMkLst>
            <pc:docMk/>
            <pc:sldMk cId="0" sldId="261"/>
            <ac:spMk id="4" creationId="{00000000-0000-0000-0000-000000000000}"/>
          </ac:spMkLst>
        </pc:spChg>
        <pc:spChg chg="mod">
          <ac:chgData name="Sree Navya Cheggoju" userId="39cda223caffb1c6" providerId="LiveId" clId="{302032A6-C4CE-4D22-A628-870881B64C0C}" dt="2025-11-01T02:09:09.424" v="72" actId="1076"/>
          <ac:spMkLst>
            <pc:docMk/>
            <pc:sldMk cId="0" sldId="261"/>
            <ac:spMk id="5" creationId="{00000000-0000-0000-0000-000000000000}"/>
          </ac:spMkLst>
        </pc:spChg>
        <pc:spChg chg="mod">
          <ac:chgData name="Sree Navya Cheggoju" userId="39cda223caffb1c6" providerId="LiveId" clId="{302032A6-C4CE-4D22-A628-870881B64C0C}" dt="2025-11-01T02:09:09.424" v="72" actId="1076"/>
          <ac:spMkLst>
            <pc:docMk/>
            <pc:sldMk cId="0" sldId="261"/>
            <ac:spMk id="6" creationId="{00000000-0000-0000-0000-000000000000}"/>
          </ac:spMkLst>
        </pc:spChg>
        <pc:spChg chg="mod">
          <ac:chgData name="Sree Navya Cheggoju" userId="39cda223caffb1c6" providerId="LiveId" clId="{302032A6-C4CE-4D22-A628-870881B64C0C}" dt="2025-11-01T02:09:09.424" v="72" actId="1076"/>
          <ac:spMkLst>
            <pc:docMk/>
            <pc:sldMk cId="0" sldId="261"/>
            <ac:spMk id="7" creationId="{00000000-0000-0000-0000-000000000000}"/>
          </ac:spMkLst>
        </pc:spChg>
        <pc:spChg chg="mod">
          <ac:chgData name="Sree Navya Cheggoju" userId="39cda223caffb1c6" providerId="LiveId" clId="{302032A6-C4CE-4D22-A628-870881B64C0C}" dt="2025-11-01T02:19:33.979" v="199" actId="20577"/>
          <ac:spMkLst>
            <pc:docMk/>
            <pc:sldMk cId="0" sldId="261"/>
            <ac:spMk id="8" creationId="{00000000-0000-0000-0000-000000000000}"/>
          </ac:spMkLst>
        </pc:spChg>
        <pc:spChg chg="mod">
          <ac:chgData name="Sree Navya Cheggoju" userId="39cda223caffb1c6" providerId="LiveId" clId="{302032A6-C4CE-4D22-A628-870881B64C0C}" dt="2025-11-01T02:09:36.299" v="77" actId="14100"/>
          <ac:spMkLst>
            <pc:docMk/>
            <pc:sldMk cId="0" sldId="261"/>
            <ac:spMk id="9" creationId="{00000000-0000-0000-0000-000000000000}"/>
          </ac:spMkLst>
        </pc:spChg>
        <pc:spChg chg="mod">
          <ac:chgData name="Sree Navya Cheggoju" userId="39cda223caffb1c6" providerId="LiveId" clId="{302032A6-C4CE-4D22-A628-870881B64C0C}" dt="2025-11-01T02:09:09.424" v="72" actId="1076"/>
          <ac:spMkLst>
            <pc:docMk/>
            <pc:sldMk cId="0" sldId="261"/>
            <ac:spMk id="10" creationId="{00000000-0000-0000-0000-000000000000}"/>
          </ac:spMkLst>
        </pc:spChg>
        <pc:spChg chg="mod">
          <ac:chgData name="Sree Navya Cheggoju" userId="39cda223caffb1c6" providerId="LiveId" clId="{302032A6-C4CE-4D22-A628-870881B64C0C}" dt="2025-11-01T02:09:09.424" v="72" actId="1076"/>
          <ac:spMkLst>
            <pc:docMk/>
            <pc:sldMk cId="0" sldId="261"/>
            <ac:spMk id="12" creationId="{00000000-0000-0000-0000-000000000000}"/>
          </ac:spMkLst>
        </pc:spChg>
        <pc:spChg chg="mod">
          <ac:chgData name="Sree Navya Cheggoju" userId="39cda223caffb1c6" providerId="LiveId" clId="{302032A6-C4CE-4D22-A628-870881B64C0C}" dt="2025-11-01T02:09:52.568" v="81" actId="14100"/>
          <ac:spMkLst>
            <pc:docMk/>
            <pc:sldMk cId="0" sldId="261"/>
            <ac:spMk id="14" creationId="{00000000-0000-0000-0000-000000000000}"/>
          </ac:spMkLst>
        </pc:spChg>
        <pc:spChg chg="mod">
          <ac:chgData name="Sree Navya Cheggoju" userId="39cda223caffb1c6" providerId="LiveId" clId="{302032A6-C4CE-4D22-A628-870881B64C0C}" dt="2025-11-01T02:09:09.424" v="72" actId="1076"/>
          <ac:spMkLst>
            <pc:docMk/>
            <pc:sldMk cId="0" sldId="261"/>
            <ac:spMk id="15" creationId="{00000000-0000-0000-0000-000000000000}"/>
          </ac:spMkLst>
        </pc:spChg>
        <pc:spChg chg="mod">
          <ac:chgData name="Sree Navya Cheggoju" userId="39cda223caffb1c6" providerId="LiveId" clId="{302032A6-C4CE-4D22-A628-870881B64C0C}" dt="2025-11-01T02:09:09.424" v="72" actId="1076"/>
          <ac:spMkLst>
            <pc:docMk/>
            <pc:sldMk cId="0" sldId="261"/>
            <ac:spMk id="17" creationId="{00000000-0000-0000-0000-000000000000}"/>
          </ac:spMkLst>
        </pc:spChg>
        <pc:spChg chg="mod">
          <ac:chgData name="Sree Navya Cheggoju" userId="39cda223caffb1c6" providerId="LiveId" clId="{302032A6-C4CE-4D22-A628-870881B64C0C}" dt="2025-11-01T02:09:09.424" v="72" actId="1076"/>
          <ac:spMkLst>
            <pc:docMk/>
            <pc:sldMk cId="0" sldId="261"/>
            <ac:spMk id="18" creationId="{00000000-0000-0000-0000-000000000000}"/>
          </ac:spMkLst>
        </pc:spChg>
        <pc:spChg chg="add mod">
          <ac:chgData name="Sree Navya Cheggoju" userId="39cda223caffb1c6" providerId="LiveId" clId="{302032A6-C4CE-4D22-A628-870881B64C0C}" dt="2025-11-01T02:03:25.505" v="48" actId="1036"/>
          <ac:spMkLst>
            <pc:docMk/>
            <pc:sldMk cId="0" sldId="261"/>
            <ac:spMk id="19" creationId="{2AD184D7-4E8D-AD2E-0E51-E938713C4CA9}"/>
          </ac:spMkLst>
        </pc:spChg>
        <pc:picChg chg="del">
          <ac:chgData name="Sree Navya Cheggoju" userId="39cda223caffb1c6" providerId="LiveId" clId="{302032A6-C4CE-4D22-A628-870881B64C0C}" dt="2025-11-01T02:08:57.766" v="70" actId="478"/>
          <ac:picMkLst>
            <pc:docMk/>
            <pc:sldMk cId="0" sldId="261"/>
            <ac:picMk id="2" creationId="{00000000-0000-0000-0000-000000000000}"/>
          </ac:picMkLst>
        </pc:picChg>
        <pc:picChg chg="add mod">
          <ac:chgData name="Sree Navya Cheggoju" userId="39cda223caffb1c6" providerId="LiveId" clId="{302032A6-C4CE-4D22-A628-870881B64C0C}" dt="2025-11-01T02:09:47.173" v="80" actId="1076"/>
          <ac:picMkLst>
            <pc:docMk/>
            <pc:sldMk cId="0" sldId="261"/>
            <ac:picMk id="21" creationId="{2A41951B-1FF6-FB11-286F-60469033EF99}"/>
          </ac:picMkLst>
        </pc:picChg>
        <pc:picChg chg="add mod">
          <ac:chgData name="Sree Navya Cheggoju" userId="39cda223caffb1c6" providerId="LiveId" clId="{302032A6-C4CE-4D22-A628-870881B64C0C}" dt="2025-11-01T02:10:13.737" v="86" actId="14100"/>
          <ac:picMkLst>
            <pc:docMk/>
            <pc:sldMk cId="0" sldId="261"/>
            <ac:picMk id="23" creationId="{945FCADF-EBE0-8428-1EDC-E547ED4144B4}"/>
          </ac:picMkLst>
        </pc:picChg>
        <pc:picChg chg="add mod">
          <ac:chgData name="Sree Navya Cheggoju" userId="39cda223caffb1c6" providerId="LiveId" clId="{302032A6-C4CE-4D22-A628-870881B64C0C}" dt="2025-11-01T02:10:36.639" v="92" actId="1076"/>
          <ac:picMkLst>
            <pc:docMk/>
            <pc:sldMk cId="0" sldId="261"/>
            <ac:picMk id="25" creationId="{2258B53A-2539-CA80-8B7C-D974C667C5F2}"/>
          </ac:picMkLst>
        </pc:picChg>
      </pc:sldChg>
      <pc:sldChg chg="addSp delSp modSp del mod">
        <pc:chgData name="Sree Navya Cheggoju" userId="39cda223caffb1c6" providerId="LiveId" clId="{302032A6-C4CE-4D22-A628-870881B64C0C}" dt="2025-11-01T08:27:47.784" v="314" actId="47"/>
        <pc:sldMkLst>
          <pc:docMk/>
          <pc:sldMk cId="0" sldId="262"/>
        </pc:sldMkLst>
        <pc:spChg chg="mod">
          <ac:chgData name="Sree Navya Cheggoju" userId="39cda223caffb1c6" providerId="LiveId" clId="{302032A6-C4CE-4D22-A628-870881B64C0C}" dt="2025-11-01T02:20:53.400" v="200" actId="1076"/>
          <ac:spMkLst>
            <pc:docMk/>
            <pc:sldMk cId="0" sldId="262"/>
            <ac:spMk id="4" creationId="{00000000-0000-0000-0000-000000000000}"/>
          </ac:spMkLst>
        </pc:spChg>
        <pc:spChg chg="mod">
          <ac:chgData name="Sree Navya Cheggoju" userId="39cda223caffb1c6" providerId="LiveId" clId="{302032A6-C4CE-4D22-A628-870881B64C0C}" dt="2025-11-01T02:20:53.400" v="200" actId="1076"/>
          <ac:spMkLst>
            <pc:docMk/>
            <pc:sldMk cId="0" sldId="262"/>
            <ac:spMk id="5" creationId="{00000000-0000-0000-0000-000000000000}"/>
          </ac:spMkLst>
        </pc:spChg>
        <pc:spChg chg="mod">
          <ac:chgData name="Sree Navya Cheggoju" userId="39cda223caffb1c6" providerId="LiveId" clId="{302032A6-C4CE-4D22-A628-870881B64C0C}" dt="2025-11-01T02:22:18.803" v="213" actId="14100"/>
          <ac:spMkLst>
            <pc:docMk/>
            <pc:sldMk cId="0" sldId="262"/>
            <ac:spMk id="9" creationId="{00000000-0000-0000-0000-000000000000}"/>
          </ac:spMkLst>
        </pc:spChg>
        <pc:spChg chg="mod">
          <ac:chgData name="Sree Navya Cheggoju" userId="39cda223caffb1c6" providerId="LiveId" clId="{302032A6-C4CE-4D22-A628-870881B64C0C}" dt="2025-11-01T02:22:29.299" v="215" actId="14100"/>
          <ac:spMkLst>
            <pc:docMk/>
            <pc:sldMk cId="0" sldId="262"/>
            <ac:spMk id="10" creationId="{00000000-0000-0000-0000-000000000000}"/>
          </ac:spMkLst>
        </pc:spChg>
        <pc:spChg chg="mod">
          <ac:chgData name="Sree Navya Cheggoju" userId="39cda223caffb1c6" providerId="LiveId" clId="{302032A6-C4CE-4D22-A628-870881B64C0C}" dt="2025-11-01T02:20:53.400" v="200" actId="1076"/>
          <ac:spMkLst>
            <pc:docMk/>
            <pc:sldMk cId="0" sldId="262"/>
            <ac:spMk id="11" creationId="{00000000-0000-0000-0000-000000000000}"/>
          </ac:spMkLst>
        </pc:spChg>
        <pc:spChg chg="mod">
          <ac:chgData name="Sree Navya Cheggoju" userId="39cda223caffb1c6" providerId="LiveId" clId="{302032A6-C4CE-4D22-A628-870881B64C0C}" dt="2025-11-01T02:20:53.400" v="200" actId="1076"/>
          <ac:spMkLst>
            <pc:docMk/>
            <pc:sldMk cId="0" sldId="262"/>
            <ac:spMk id="12" creationId="{00000000-0000-0000-0000-000000000000}"/>
          </ac:spMkLst>
        </pc:spChg>
        <pc:spChg chg="mod">
          <ac:chgData name="Sree Navya Cheggoju" userId="39cda223caffb1c6" providerId="LiveId" clId="{302032A6-C4CE-4D22-A628-870881B64C0C}" dt="2025-11-01T02:22:13.285" v="212" actId="20577"/>
          <ac:spMkLst>
            <pc:docMk/>
            <pc:sldMk cId="0" sldId="262"/>
            <ac:spMk id="13" creationId="{00000000-0000-0000-0000-000000000000}"/>
          </ac:spMkLst>
        </pc:spChg>
        <pc:spChg chg="mod">
          <ac:chgData name="Sree Navya Cheggoju" userId="39cda223caffb1c6" providerId="LiveId" clId="{302032A6-C4CE-4D22-A628-870881B64C0C}" dt="2025-11-01T02:22:39.810" v="216" actId="1076"/>
          <ac:spMkLst>
            <pc:docMk/>
            <pc:sldMk cId="0" sldId="262"/>
            <ac:spMk id="14" creationId="{00000000-0000-0000-0000-000000000000}"/>
          </ac:spMkLst>
        </pc:spChg>
        <pc:spChg chg="mod">
          <ac:chgData name="Sree Navya Cheggoju" userId="39cda223caffb1c6" providerId="LiveId" clId="{302032A6-C4CE-4D22-A628-870881B64C0C}" dt="2025-11-01T02:22:39.810" v="216" actId="1076"/>
          <ac:spMkLst>
            <pc:docMk/>
            <pc:sldMk cId="0" sldId="262"/>
            <ac:spMk id="15" creationId="{00000000-0000-0000-0000-000000000000}"/>
          </ac:spMkLst>
        </pc:spChg>
        <pc:spChg chg="mod">
          <ac:chgData name="Sree Navya Cheggoju" userId="39cda223caffb1c6" providerId="LiveId" clId="{302032A6-C4CE-4D22-A628-870881B64C0C}" dt="2025-11-01T02:22:39.810" v="216" actId="1076"/>
          <ac:spMkLst>
            <pc:docMk/>
            <pc:sldMk cId="0" sldId="262"/>
            <ac:spMk id="16" creationId="{00000000-0000-0000-0000-000000000000}"/>
          </ac:spMkLst>
        </pc:spChg>
        <pc:spChg chg="mod">
          <ac:chgData name="Sree Navya Cheggoju" userId="39cda223caffb1c6" providerId="LiveId" clId="{302032A6-C4CE-4D22-A628-870881B64C0C}" dt="2025-11-01T02:22:39.810" v="216" actId="1076"/>
          <ac:spMkLst>
            <pc:docMk/>
            <pc:sldMk cId="0" sldId="262"/>
            <ac:spMk id="17" creationId="{00000000-0000-0000-0000-000000000000}"/>
          </ac:spMkLst>
        </pc:spChg>
        <pc:spChg chg="mod">
          <ac:chgData name="Sree Navya Cheggoju" userId="39cda223caffb1c6" providerId="LiveId" clId="{302032A6-C4CE-4D22-A628-870881B64C0C}" dt="2025-11-01T02:22:39.810" v="216" actId="1076"/>
          <ac:spMkLst>
            <pc:docMk/>
            <pc:sldMk cId="0" sldId="262"/>
            <ac:spMk id="18" creationId="{00000000-0000-0000-0000-000000000000}"/>
          </ac:spMkLst>
        </pc:spChg>
        <pc:spChg chg="mod">
          <ac:chgData name="Sree Navya Cheggoju" userId="39cda223caffb1c6" providerId="LiveId" clId="{302032A6-C4CE-4D22-A628-870881B64C0C}" dt="2025-11-01T02:22:39.810" v="216" actId="1076"/>
          <ac:spMkLst>
            <pc:docMk/>
            <pc:sldMk cId="0" sldId="262"/>
            <ac:spMk id="19" creationId="{00000000-0000-0000-0000-000000000000}"/>
          </ac:spMkLst>
        </pc:spChg>
        <pc:spChg chg="mod">
          <ac:chgData name="Sree Navya Cheggoju" userId="39cda223caffb1c6" providerId="LiveId" clId="{302032A6-C4CE-4D22-A628-870881B64C0C}" dt="2025-11-01T02:22:39.810" v="216" actId="1076"/>
          <ac:spMkLst>
            <pc:docMk/>
            <pc:sldMk cId="0" sldId="262"/>
            <ac:spMk id="20" creationId="{00000000-0000-0000-0000-000000000000}"/>
          </ac:spMkLst>
        </pc:spChg>
        <pc:spChg chg="mod">
          <ac:chgData name="Sree Navya Cheggoju" userId="39cda223caffb1c6" providerId="LiveId" clId="{302032A6-C4CE-4D22-A628-870881B64C0C}" dt="2025-11-01T02:22:39.810" v="216" actId="1076"/>
          <ac:spMkLst>
            <pc:docMk/>
            <pc:sldMk cId="0" sldId="262"/>
            <ac:spMk id="21" creationId="{00000000-0000-0000-0000-000000000000}"/>
          </ac:spMkLst>
        </pc:spChg>
        <pc:spChg chg="mod">
          <ac:chgData name="Sree Navya Cheggoju" userId="39cda223caffb1c6" providerId="LiveId" clId="{302032A6-C4CE-4D22-A628-870881B64C0C}" dt="2025-11-01T02:22:39.810" v="216" actId="1076"/>
          <ac:spMkLst>
            <pc:docMk/>
            <pc:sldMk cId="0" sldId="262"/>
            <ac:spMk id="22" creationId="{00000000-0000-0000-0000-000000000000}"/>
          </ac:spMkLst>
        </pc:spChg>
        <pc:spChg chg="mod">
          <ac:chgData name="Sree Navya Cheggoju" userId="39cda223caffb1c6" providerId="LiveId" clId="{302032A6-C4CE-4D22-A628-870881B64C0C}" dt="2025-11-01T02:22:39.810" v="216" actId="1076"/>
          <ac:spMkLst>
            <pc:docMk/>
            <pc:sldMk cId="0" sldId="262"/>
            <ac:spMk id="23" creationId="{00000000-0000-0000-0000-000000000000}"/>
          </ac:spMkLst>
        </pc:spChg>
        <pc:spChg chg="add mod">
          <ac:chgData name="Sree Navya Cheggoju" userId="39cda223caffb1c6" providerId="LiveId" clId="{302032A6-C4CE-4D22-A628-870881B64C0C}" dt="2025-11-01T02:11:25.934" v="96"/>
          <ac:spMkLst>
            <pc:docMk/>
            <pc:sldMk cId="0" sldId="262"/>
            <ac:spMk id="24" creationId="{5F1AA736-5D43-739E-04DD-E294A8F386B2}"/>
          </ac:spMkLst>
        </pc:spChg>
        <pc:picChg chg="del">
          <ac:chgData name="Sree Navya Cheggoju" userId="39cda223caffb1c6" providerId="LiveId" clId="{302032A6-C4CE-4D22-A628-870881B64C0C}" dt="2025-11-01T02:10:47.433" v="93" actId="478"/>
          <ac:picMkLst>
            <pc:docMk/>
            <pc:sldMk cId="0" sldId="262"/>
            <ac:picMk id="2" creationId="{00000000-0000-0000-0000-000000000000}"/>
          </ac:picMkLst>
        </pc:picChg>
        <pc:picChg chg="add del">
          <ac:chgData name="Sree Navya Cheggoju" userId="39cda223caffb1c6" providerId="LiveId" clId="{302032A6-C4CE-4D22-A628-870881B64C0C}" dt="2025-11-01T02:12:07.119" v="98" actId="478"/>
          <ac:picMkLst>
            <pc:docMk/>
            <pc:sldMk cId="0" sldId="262"/>
            <ac:picMk id="26" creationId="{D6213F65-8E2B-7455-F81B-FC358966F554}"/>
          </ac:picMkLst>
        </pc:picChg>
        <pc:picChg chg="add del mod">
          <ac:chgData name="Sree Navya Cheggoju" userId="39cda223caffb1c6" providerId="LiveId" clId="{302032A6-C4CE-4D22-A628-870881B64C0C}" dt="2025-11-01T02:12:26.820" v="102" actId="478"/>
          <ac:picMkLst>
            <pc:docMk/>
            <pc:sldMk cId="0" sldId="262"/>
            <ac:picMk id="27" creationId="{3A5AE0B9-E69D-625D-7AC1-6428BFF309DE}"/>
          </ac:picMkLst>
        </pc:picChg>
        <pc:picChg chg="add mod">
          <ac:chgData name="Sree Navya Cheggoju" userId="39cda223caffb1c6" providerId="LiveId" clId="{302032A6-C4CE-4D22-A628-870881B64C0C}" dt="2025-11-01T02:21:32.843" v="211" actId="1076"/>
          <ac:picMkLst>
            <pc:docMk/>
            <pc:sldMk cId="0" sldId="262"/>
            <ac:picMk id="28" creationId="{CD077AB7-602B-BF02-5CE7-EBADB6CB098F}"/>
          </ac:picMkLst>
        </pc:picChg>
      </pc:sldChg>
      <pc:sldChg chg="del">
        <pc:chgData name="Sree Navya Cheggoju" userId="39cda223caffb1c6" providerId="LiveId" clId="{302032A6-C4CE-4D22-A628-870881B64C0C}" dt="2025-11-01T02:01:35.581" v="0" actId="47"/>
        <pc:sldMkLst>
          <pc:docMk/>
          <pc:sldMk cId="0" sldId="263"/>
        </pc:sldMkLst>
      </pc:sldChg>
      <pc:sldChg chg="del">
        <pc:chgData name="Sree Navya Cheggoju" userId="39cda223caffb1c6" providerId="LiveId" clId="{302032A6-C4CE-4D22-A628-870881B64C0C}" dt="2025-11-01T02:02:04.263" v="1" actId="47"/>
        <pc:sldMkLst>
          <pc:docMk/>
          <pc:sldMk cId="0" sldId="264"/>
        </pc:sldMkLst>
      </pc:sldChg>
      <pc:sldChg chg="addSp delSp modSp mod">
        <pc:chgData name="Sree Navya Cheggoju" userId="39cda223caffb1c6" providerId="LiveId" clId="{302032A6-C4CE-4D22-A628-870881B64C0C}" dt="2025-11-01T02:25:10.542" v="217" actId="14100"/>
        <pc:sldMkLst>
          <pc:docMk/>
          <pc:sldMk cId="0" sldId="265"/>
        </pc:sldMkLst>
        <pc:spChg chg="mod">
          <ac:chgData name="Sree Navya Cheggoju" userId="39cda223caffb1c6" providerId="LiveId" clId="{302032A6-C4CE-4D22-A628-870881B64C0C}" dt="2025-11-01T02:16:13.373" v="173" actId="20577"/>
          <ac:spMkLst>
            <pc:docMk/>
            <pc:sldMk cId="0" sldId="265"/>
            <ac:spMk id="3" creationId="{00000000-0000-0000-0000-000000000000}"/>
          </ac:spMkLst>
        </pc:spChg>
        <pc:spChg chg="mod">
          <ac:chgData name="Sree Navya Cheggoju" userId="39cda223caffb1c6" providerId="LiveId" clId="{302032A6-C4CE-4D22-A628-870881B64C0C}" dt="2025-11-01T02:25:10.542" v="217" actId="14100"/>
          <ac:spMkLst>
            <pc:docMk/>
            <pc:sldMk cId="0" sldId="265"/>
            <ac:spMk id="4" creationId="{00000000-0000-0000-0000-000000000000}"/>
          </ac:spMkLst>
        </pc:spChg>
        <pc:spChg chg="del">
          <ac:chgData name="Sree Navya Cheggoju" userId="39cda223caffb1c6" providerId="LiveId" clId="{302032A6-C4CE-4D22-A628-870881B64C0C}" dt="2025-11-01T02:16:05.357" v="160" actId="478"/>
          <ac:spMkLst>
            <pc:docMk/>
            <pc:sldMk cId="0" sldId="265"/>
            <ac:spMk id="5" creationId="{00000000-0000-0000-0000-000000000000}"/>
          </ac:spMkLst>
        </pc:spChg>
        <pc:spChg chg="del">
          <ac:chgData name="Sree Navya Cheggoju" userId="39cda223caffb1c6" providerId="LiveId" clId="{302032A6-C4CE-4D22-A628-870881B64C0C}" dt="2025-11-01T02:16:05.357" v="160" actId="478"/>
          <ac:spMkLst>
            <pc:docMk/>
            <pc:sldMk cId="0" sldId="265"/>
            <ac:spMk id="6" creationId="{00000000-0000-0000-0000-000000000000}"/>
          </ac:spMkLst>
        </pc:spChg>
        <pc:spChg chg="del">
          <ac:chgData name="Sree Navya Cheggoju" userId="39cda223caffb1c6" providerId="LiveId" clId="{302032A6-C4CE-4D22-A628-870881B64C0C}" dt="2025-11-01T02:16:05.357" v="160" actId="478"/>
          <ac:spMkLst>
            <pc:docMk/>
            <pc:sldMk cId="0" sldId="265"/>
            <ac:spMk id="8" creationId="{00000000-0000-0000-0000-000000000000}"/>
          </ac:spMkLst>
        </pc:spChg>
        <pc:spChg chg="del">
          <ac:chgData name="Sree Navya Cheggoju" userId="39cda223caffb1c6" providerId="LiveId" clId="{302032A6-C4CE-4D22-A628-870881B64C0C}" dt="2025-11-01T02:16:05.357" v="160" actId="478"/>
          <ac:spMkLst>
            <pc:docMk/>
            <pc:sldMk cId="0" sldId="265"/>
            <ac:spMk id="9" creationId="{00000000-0000-0000-0000-000000000000}"/>
          </ac:spMkLst>
        </pc:spChg>
        <pc:spChg chg="del">
          <ac:chgData name="Sree Navya Cheggoju" userId="39cda223caffb1c6" providerId="LiveId" clId="{302032A6-C4CE-4D22-A628-870881B64C0C}" dt="2025-11-01T02:16:05.357" v="160" actId="478"/>
          <ac:spMkLst>
            <pc:docMk/>
            <pc:sldMk cId="0" sldId="265"/>
            <ac:spMk id="10" creationId="{00000000-0000-0000-0000-000000000000}"/>
          </ac:spMkLst>
        </pc:spChg>
        <pc:spChg chg="del">
          <ac:chgData name="Sree Navya Cheggoju" userId="39cda223caffb1c6" providerId="LiveId" clId="{302032A6-C4CE-4D22-A628-870881B64C0C}" dt="2025-11-01T02:16:05.357" v="160" actId="478"/>
          <ac:spMkLst>
            <pc:docMk/>
            <pc:sldMk cId="0" sldId="265"/>
            <ac:spMk id="13" creationId="{00000000-0000-0000-0000-000000000000}"/>
          </ac:spMkLst>
        </pc:spChg>
        <pc:spChg chg="del">
          <ac:chgData name="Sree Navya Cheggoju" userId="39cda223caffb1c6" providerId="LiveId" clId="{302032A6-C4CE-4D22-A628-870881B64C0C}" dt="2025-11-01T02:16:05.357" v="160" actId="478"/>
          <ac:spMkLst>
            <pc:docMk/>
            <pc:sldMk cId="0" sldId="265"/>
            <ac:spMk id="14" creationId="{00000000-0000-0000-0000-000000000000}"/>
          </ac:spMkLst>
        </pc:spChg>
        <pc:spChg chg="del">
          <ac:chgData name="Sree Navya Cheggoju" userId="39cda223caffb1c6" providerId="LiveId" clId="{302032A6-C4CE-4D22-A628-870881B64C0C}" dt="2025-11-01T02:16:05.357" v="160" actId="478"/>
          <ac:spMkLst>
            <pc:docMk/>
            <pc:sldMk cId="0" sldId="265"/>
            <ac:spMk id="15" creationId="{00000000-0000-0000-0000-000000000000}"/>
          </ac:spMkLst>
        </pc:spChg>
        <pc:spChg chg="del">
          <ac:chgData name="Sree Navya Cheggoju" userId="39cda223caffb1c6" providerId="LiveId" clId="{302032A6-C4CE-4D22-A628-870881B64C0C}" dt="2025-11-01T02:16:05.357" v="160" actId="478"/>
          <ac:spMkLst>
            <pc:docMk/>
            <pc:sldMk cId="0" sldId="265"/>
            <ac:spMk id="18" creationId="{00000000-0000-0000-0000-000000000000}"/>
          </ac:spMkLst>
        </pc:spChg>
        <pc:spChg chg="del">
          <ac:chgData name="Sree Navya Cheggoju" userId="39cda223caffb1c6" providerId="LiveId" clId="{302032A6-C4CE-4D22-A628-870881B64C0C}" dt="2025-11-01T02:16:05.357" v="160" actId="478"/>
          <ac:spMkLst>
            <pc:docMk/>
            <pc:sldMk cId="0" sldId="265"/>
            <ac:spMk id="19" creationId="{00000000-0000-0000-0000-000000000000}"/>
          </ac:spMkLst>
        </pc:spChg>
        <pc:spChg chg="add mod">
          <ac:chgData name="Sree Navya Cheggoju" userId="39cda223caffb1c6" providerId="LiveId" clId="{302032A6-C4CE-4D22-A628-870881B64C0C}" dt="2025-11-01T02:15:48.053" v="159"/>
          <ac:spMkLst>
            <pc:docMk/>
            <pc:sldMk cId="0" sldId="265"/>
            <ac:spMk id="20" creationId="{4AC97CED-DCAF-1E86-256E-3017C5DB1AA3}"/>
          </ac:spMkLst>
        </pc:spChg>
        <pc:picChg chg="del">
          <ac:chgData name="Sree Navya Cheggoju" userId="39cda223caffb1c6" providerId="LiveId" clId="{302032A6-C4CE-4D22-A628-870881B64C0C}" dt="2025-11-01T02:12:34.914" v="103" actId="478"/>
          <ac:picMkLst>
            <pc:docMk/>
            <pc:sldMk cId="0" sldId="265"/>
            <ac:picMk id="2" creationId="{00000000-0000-0000-0000-000000000000}"/>
          </ac:picMkLst>
        </pc:picChg>
        <pc:picChg chg="add mod">
          <ac:chgData name="Sree Navya Cheggoju" userId="39cda223caffb1c6" providerId="LiveId" clId="{302032A6-C4CE-4D22-A628-870881B64C0C}" dt="2025-11-01T02:17:07.418" v="185" actId="14100"/>
          <ac:picMkLst>
            <pc:docMk/>
            <pc:sldMk cId="0" sldId="265"/>
            <ac:picMk id="5122" creationId="{AC50374C-2B03-2BD1-6AA8-18A9D2A73BD8}"/>
          </ac:picMkLst>
        </pc:picChg>
      </pc:sldChg>
      <pc:sldChg chg="addSp modSp new">
        <pc:chgData name="Sree Navya Cheggoju" userId="39cda223caffb1c6" providerId="LiveId" clId="{302032A6-C4CE-4D22-A628-870881B64C0C}" dt="2025-11-01T02:04:23.600" v="51"/>
        <pc:sldMkLst>
          <pc:docMk/>
          <pc:sldMk cId="2599180713" sldId="266"/>
        </pc:sldMkLst>
        <pc:spChg chg="add mod">
          <ac:chgData name="Sree Navya Cheggoju" userId="39cda223caffb1c6" providerId="LiveId" clId="{302032A6-C4CE-4D22-A628-870881B64C0C}" dt="2025-11-01T02:03:49.868" v="50"/>
          <ac:spMkLst>
            <pc:docMk/>
            <pc:sldMk cId="2599180713" sldId="266"/>
            <ac:spMk id="2" creationId="{AD974C24-4EFB-E123-DF01-9347459F3D22}"/>
          </ac:spMkLst>
        </pc:spChg>
        <pc:picChg chg="add">
          <ac:chgData name="Sree Navya Cheggoju" userId="39cda223caffb1c6" providerId="LiveId" clId="{302032A6-C4CE-4D22-A628-870881B64C0C}" dt="2025-11-01T02:04:23.600" v="51"/>
          <ac:picMkLst>
            <pc:docMk/>
            <pc:sldMk cId="2599180713" sldId="266"/>
            <ac:picMk id="1026" creationId="{0B2E9B69-04E1-EE24-1BA7-D9396336C59C}"/>
          </ac:picMkLst>
        </pc:picChg>
      </pc:sldChg>
      <pc:sldChg chg="new del">
        <pc:chgData name="Sree Navya Cheggoju" userId="39cda223caffb1c6" providerId="LiveId" clId="{302032A6-C4CE-4D22-A628-870881B64C0C}" dt="2025-11-01T02:04:33.419" v="53" actId="47"/>
        <pc:sldMkLst>
          <pc:docMk/>
          <pc:sldMk cId="1666069001" sldId="267"/>
        </pc:sldMkLst>
      </pc:sldChg>
      <pc:sldChg chg="addSp delSp modSp new mod">
        <pc:chgData name="Sree Navya Cheggoju" userId="39cda223caffb1c6" providerId="LiveId" clId="{302032A6-C4CE-4D22-A628-870881B64C0C}" dt="2025-11-01T02:14:47.127" v="158"/>
        <pc:sldMkLst>
          <pc:docMk/>
          <pc:sldMk cId="4038609944" sldId="267"/>
        </pc:sldMkLst>
        <pc:spChg chg="add del mod">
          <ac:chgData name="Sree Navya Cheggoju" userId="39cda223caffb1c6" providerId="LiveId" clId="{302032A6-C4CE-4D22-A628-870881B64C0C}" dt="2025-11-01T02:14:33.453" v="155" actId="403"/>
          <ac:spMkLst>
            <pc:docMk/>
            <pc:sldMk cId="4038609944" sldId="267"/>
            <ac:spMk id="2" creationId="{AAA7AE19-487D-C2DE-3803-F1B934EECAAC}"/>
          </ac:spMkLst>
        </pc:spChg>
        <pc:spChg chg="add mod">
          <ac:chgData name="Sree Navya Cheggoju" userId="39cda223caffb1c6" providerId="LiveId" clId="{302032A6-C4CE-4D22-A628-870881B64C0C}" dt="2025-11-01T02:14:47.127" v="158"/>
          <ac:spMkLst>
            <pc:docMk/>
            <pc:sldMk cId="4038609944" sldId="267"/>
            <ac:spMk id="3" creationId="{A21B69AE-6A3A-4DBA-9EE7-F1A1B361D74E}"/>
          </ac:spMkLst>
        </pc:spChg>
        <pc:picChg chg="add mod">
          <ac:chgData name="Sree Navya Cheggoju" userId="39cda223caffb1c6" providerId="LiveId" clId="{302032A6-C4CE-4D22-A628-870881B64C0C}" dt="2025-11-01T02:14:39.137" v="157" actId="1076"/>
          <ac:picMkLst>
            <pc:docMk/>
            <pc:sldMk cId="4038609944" sldId="267"/>
            <ac:picMk id="3074" creationId="{11BF4F8D-C145-A5AB-4B4E-74A3405CCD54}"/>
          </ac:picMkLst>
        </pc:picChg>
        <pc:picChg chg="add mod">
          <ac:chgData name="Sree Navya Cheggoju" userId="39cda223caffb1c6" providerId="LiveId" clId="{302032A6-C4CE-4D22-A628-870881B64C0C}" dt="2025-11-01T02:14:37.626" v="156" actId="1076"/>
          <ac:picMkLst>
            <pc:docMk/>
            <pc:sldMk cId="4038609944" sldId="267"/>
            <ac:picMk id="3076" creationId="{4035D03E-8A21-8008-C90E-6CF9FCC8EFB0}"/>
          </ac:picMkLst>
        </pc:picChg>
      </pc:sldChg>
      <pc:sldChg chg="add ord">
        <pc:chgData name="Sree Navya Cheggoju" userId="39cda223caffb1c6" providerId="LiveId" clId="{302032A6-C4CE-4D22-A628-870881B64C0C}" dt="2025-11-01T08:20:59.250" v="312"/>
        <pc:sldMkLst>
          <pc:docMk/>
          <pc:sldMk cId="137313333" sldId="268"/>
        </pc:sldMkLst>
      </pc:sldChg>
      <pc:sldChg chg="addSp modSp new del">
        <pc:chgData name="Sree Navya Cheggoju" userId="39cda223caffb1c6" providerId="LiveId" clId="{302032A6-C4CE-4D22-A628-870881B64C0C}" dt="2025-11-01T02:37:45.615" v="299" actId="2696"/>
        <pc:sldMkLst>
          <pc:docMk/>
          <pc:sldMk cId="860678629" sldId="268"/>
        </pc:sldMkLst>
        <pc:spChg chg="add mod">
          <ac:chgData name="Sree Navya Cheggoju" userId="39cda223caffb1c6" providerId="LiveId" clId="{302032A6-C4CE-4D22-A628-870881B64C0C}" dt="2025-11-01T02:26:12.687" v="220"/>
          <ac:spMkLst>
            <pc:docMk/>
            <pc:sldMk cId="860678629" sldId="268"/>
            <ac:spMk id="2" creationId="{FA4E202B-4D12-A1F4-3AA3-559FBDFB23A8}"/>
          </ac:spMkLst>
        </pc:spChg>
        <pc:picChg chg="add mod">
          <ac:chgData name="Sree Navya Cheggoju" userId="39cda223caffb1c6" providerId="LiveId" clId="{302032A6-C4CE-4D22-A628-870881B64C0C}" dt="2025-11-01T02:26:21.064" v="224" actId="1076"/>
          <ac:picMkLst>
            <pc:docMk/>
            <pc:sldMk cId="860678629" sldId="268"/>
            <ac:picMk id="6146" creationId="{37739590-11D7-F104-8677-48E6D6F40DAA}"/>
          </ac:picMkLst>
        </pc:picChg>
      </pc:sldChg>
      <pc:sldChg chg="addSp modSp new mod">
        <pc:chgData name="Sree Navya Cheggoju" userId="39cda223caffb1c6" providerId="LiveId" clId="{302032A6-C4CE-4D22-A628-870881B64C0C}" dt="2025-11-01T02:36:37.992" v="298" actId="1076"/>
        <pc:sldMkLst>
          <pc:docMk/>
          <pc:sldMk cId="2194777866" sldId="269"/>
        </pc:sldMkLst>
        <pc:spChg chg="add mod">
          <ac:chgData name="Sree Navya Cheggoju" userId="39cda223caffb1c6" providerId="LiveId" clId="{302032A6-C4CE-4D22-A628-870881B64C0C}" dt="2025-11-01T02:36:09.271" v="251"/>
          <ac:spMkLst>
            <pc:docMk/>
            <pc:sldMk cId="2194777866" sldId="269"/>
            <ac:spMk id="2" creationId="{E670F185-EB96-8E74-16BD-723D39C1619A}"/>
          </ac:spMkLst>
        </pc:spChg>
        <pc:spChg chg="add mod">
          <ac:chgData name="Sree Navya Cheggoju" userId="39cda223caffb1c6" providerId="LiveId" clId="{302032A6-C4CE-4D22-A628-870881B64C0C}" dt="2025-11-01T02:36:37.992" v="298" actId="1076"/>
          <ac:spMkLst>
            <pc:docMk/>
            <pc:sldMk cId="2194777866" sldId="269"/>
            <ac:spMk id="3" creationId="{2EEC47F7-7CCB-2568-8C89-31DD9CF24E87}"/>
          </ac:spMkLst>
        </pc:spChg>
        <pc:picChg chg="add mod">
          <ac:chgData name="Sree Navya Cheggoju" userId="39cda223caffb1c6" providerId="LiveId" clId="{302032A6-C4CE-4D22-A628-870881B64C0C}" dt="2025-11-01T02:35:55.818" v="247" actId="1076"/>
          <ac:picMkLst>
            <pc:docMk/>
            <pc:sldMk cId="2194777866" sldId="269"/>
            <ac:picMk id="7170" creationId="{6D34AB73-9F2B-6AC2-F414-D005DABC47C2}"/>
          </ac:picMkLst>
        </pc:picChg>
        <pc:picChg chg="add mod">
          <ac:chgData name="Sree Navya Cheggoju" userId="39cda223caffb1c6" providerId="LiveId" clId="{302032A6-C4CE-4D22-A628-870881B64C0C}" dt="2025-11-01T02:36:03.234" v="250" actId="1076"/>
          <ac:picMkLst>
            <pc:docMk/>
            <pc:sldMk cId="2194777866" sldId="269"/>
            <ac:picMk id="7172" creationId="{94EAD81E-A058-BB48-83AF-49A2F9C36791}"/>
          </ac:picMkLst>
        </pc:picChg>
      </pc:sldChg>
      <pc:sldChg chg="new del">
        <pc:chgData name="Sree Navya Cheggoju" userId="39cda223caffb1c6" providerId="LiveId" clId="{302032A6-C4CE-4D22-A628-870881B64C0C}" dt="2025-11-01T02:35:04.456" v="232" actId="47"/>
        <pc:sldMkLst>
          <pc:docMk/>
          <pc:sldMk cId="2301175980"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1005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854194"/>
            <a:ext cx="6572369"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Research Paper Summarizer</a:t>
            </a:r>
            <a:endParaRPr lang="en-US" sz="4450" dirty="0"/>
          </a:p>
        </p:txBody>
      </p:sp>
      <p:sp>
        <p:nvSpPr>
          <p:cNvPr id="4" name="Text 1"/>
          <p:cNvSpPr/>
          <p:nvPr/>
        </p:nvSpPr>
        <p:spPr>
          <a:xfrm>
            <a:off x="6280190" y="3903135"/>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Automating Scientific Discovery with n8n, Gemini AI &amp; Google Workspace</a:t>
            </a:r>
            <a:endParaRPr lang="en-US" sz="1750" dirty="0"/>
          </a:p>
        </p:txBody>
      </p:sp>
      <p:sp>
        <p:nvSpPr>
          <p:cNvPr id="5" name="TextBox 4">
            <a:extLst>
              <a:ext uri="{FF2B5EF4-FFF2-40B4-BE49-F238E27FC236}">
                <a16:creationId xmlns:a16="http://schemas.microsoft.com/office/drawing/2014/main" id="{E7B70602-0F0C-B959-8B15-97A89014694C}"/>
              </a:ext>
            </a:extLst>
          </p:cNvPr>
          <p:cNvSpPr txBox="1"/>
          <p:nvPr/>
        </p:nvSpPr>
        <p:spPr>
          <a:xfrm>
            <a:off x="8443527" y="4469189"/>
            <a:ext cx="3945478" cy="584775"/>
          </a:xfrm>
          <a:prstGeom prst="rect">
            <a:avLst/>
          </a:prstGeom>
          <a:noFill/>
        </p:spPr>
        <p:txBody>
          <a:bodyPr wrap="square" rtlCol="0">
            <a:spAutoFit/>
          </a:bodyPr>
          <a:lstStyle/>
          <a:p>
            <a:r>
              <a:rPr lang="en-US" sz="3200" dirty="0">
                <a:solidFill>
                  <a:srgbClr val="152D47"/>
                </a:solidFill>
                <a:latin typeface="Crimson Pro Semi Bold" pitchFamily="34" charset="0"/>
              </a:rPr>
              <a:t>By Sree Navya</a:t>
            </a:r>
          </a:p>
        </p:txBody>
      </p:sp>
      <p:sp>
        <p:nvSpPr>
          <p:cNvPr id="6" name="Rectangle 5">
            <a:extLst>
              <a:ext uri="{FF2B5EF4-FFF2-40B4-BE49-F238E27FC236}">
                <a16:creationId xmlns:a16="http://schemas.microsoft.com/office/drawing/2014/main" id="{A0E2A630-1B70-A8AD-EE57-5D73A2FDDA77}"/>
              </a:ext>
            </a:extLst>
          </p:cNvPr>
          <p:cNvSpPr/>
          <p:nvPr/>
        </p:nvSpPr>
        <p:spPr>
          <a:xfrm>
            <a:off x="12182371"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32361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Project Overview</a:t>
            </a:r>
            <a:endParaRPr lang="en-US" sz="4450" dirty="0"/>
          </a:p>
        </p:txBody>
      </p:sp>
      <p:sp>
        <p:nvSpPr>
          <p:cNvPr id="4" name="Text 1"/>
          <p:cNvSpPr/>
          <p:nvPr/>
        </p:nvSpPr>
        <p:spPr>
          <a:xfrm>
            <a:off x="6280190" y="2372558"/>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An automated research assistant that seamlessly retrieves papers from arXiv, intelligently summarises them using Gemini AI, and delivers results directly to Google Drive and Gmail. Built entirely on n8n's low-code platform, this workflow eliminates manual effort and scales effortlessly.</a:t>
            </a:r>
            <a:endParaRPr lang="en-US" sz="1750" dirty="0"/>
          </a:p>
        </p:txBody>
      </p:sp>
      <p:sp>
        <p:nvSpPr>
          <p:cNvPr id="5" name="Text 2"/>
          <p:cNvSpPr/>
          <p:nvPr/>
        </p:nvSpPr>
        <p:spPr>
          <a:xfrm>
            <a:off x="6280190" y="430613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Key Advantage</a:t>
            </a:r>
            <a:endParaRPr lang="en-US" sz="2200" dirty="0"/>
          </a:p>
        </p:txBody>
      </p:sp>
      <p:sp>
        <p:nvSpPr>
          <p:cNvPr id="6" name="Text 3"/>
          <p:cNvSpPr/>
          <p:nvPr/>
        </p:nvSpPr>
        <p:spPr>
          <a:xfrm>
            <a:off x="6280190" y="4887278"/>
            <a:ext cx="3501509" cy="145161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Researchers gain instant, AI-generated summaries without switching applications or managing file transfers.</a:t>
            </a:r>
            <a:endParaRPr lang="en-US" sz="1750" dirty="0"/>
          </a:p>
        </p:txBody>
      </p:sp>
      <p:sp>
        <p:nvSpPr>
          <p:cNvPr id="7" name="Text 4"/>
          <p:cNvSpPr/>
          <p:nvPr/>
        </p:nvSpPr>
        <p:spPr>
          <a:xfrm>
            <a:off x="10342721" y="430613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Technical Foundation</a:t>
            </a:r>
            <a:endParaRPr lang="en-US" sz="2200" dirty="0"/>
          </a:p>
        </p:txBody>
      </p:sp>
      <p:sp>
        <p:nvSpPr>
          <p:cNvPr id="8" name="Text 5"/>
          <p:cNvSpPr/>
          <p:nvPr/>
        </p:nvSpPr>
        <p:spPr>
          <a:xfrm>
            <a:off x="10342721" y="4887278"/>
            <a:ext cx="3501509" cy="1814513"/>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Combines n8n orchestration, arXiv API integration, Gemini generative AI, and Google Workspace automation in one unified workflow.</a:t>
            </a:r>
            <a:endParaRPr lang="en-US" sz="1750" dirty="0"/>
          </a:p>
        </p:txBody>
      </p:sp>
      <p:sp>
        <p:nvSpPr>
          <p:cNvPr id="9" name="Rectangle 8">
            <a:extLst>
              <a:ext uri="{FF2B5EF4-FFF2-40B4-BE49-F238E27FC236}">
                <a16:creationId xmlns:a16="http://schemas.microsoft.com/office/drawing/2014/main" id="{30C1BC84-C93D-CC46-7B62-E8D93560B640}"/>
              </a:ext>
            </a:extLst>
          </p:cNvPr>
          <p:cNvSpPr/>
          <p:nvPr/>
        </p:nvSpPr>
        <p:spPr>
          <a:xfrm>
            <a:off x="12312999"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6D34AB73-9F2B-6AC2-F414-D005DABC47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789" r="35602" b="40921"/>
          <a:stretch>
            <a:fillRect/>
          </a:stretch>
        </p:blipFill>
        <p:spPr bwMode="auto">
          <a:xfrm>
            <a:off x="1356037" y="1918009"/>
            <a:ext cx="5505809" cy="511455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94EAD81E-A058-BB48-83AF-49A2F9C367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8943" r="35602"/>
          <a:stretch>
            <a:fillRect/>
          </a:stretch>
        </p:blipFill>
        <p:spPr bwMode="auto">
          <a:xfrm>
            <a:off x="6442038" y="2403086"/>
            <a:ext cx="5947614" cy="479674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670F185-EB96-8E74-16BD-723D39C1619A}"/>
              </a:ext>
            </a:extLst>
          </p:cNvPr>
          <p:cNvSpPr/>
          <p:nvPr/>
        </p:nvSpPr>
        <p:spPr>
          <a:xfrm>
            <a:off x="12312999"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0">
            <a:extLst>
              <a:ext uri="{FF2B5EF4-FFF2-40B4-BE49-F238E27FC236}">
                <a16:creationId xmlns:a16="http://schemas.microsoft.com/office/drawing/2014/main" id="{2EEC47F7-7CCB-2568-8C89-31DD9CF24E87}"/>
              </a:ext>
            </a:extLst>
          </p:cNvPr>
          <p:cNvSpPr/>
          <p:nvPr/>
        </p:nvSpPr>
        <p:spPr>
          <a:xfrm>
            <a:off x="996609" y="791661"/>
            <a:ext cx="5128022" cy="640913"/>
          </a:xfrm>
          <a:prstGeom prst="rect">
            <a:avLst/>
          </a:prstGeom>
          <a:noFill/>
          <a:ln/>
        </p:spPr>
        <p:txBody>
          <a:bodyPr wrap="none" lIns="0" tIns="0" rIns="0" bIns="0" rtlCol="0" anchor="t"/>
          <a:lstStyle/>
          <a:p>
            <a:pPr marL="0" indent="0" algn="l">
              <a:lnSpc>
                <a:spcPts val="5000"/>
              </a:lnSpc>
              <a:buNone/>
            </a:pPr>
            <a:r>
              <a:rPr lang="en-US" sz="4800" dirty="0">
                <a:solidFill>
                  <a:srgbClr val="152D47"/>
                </a:solidFill>
                <a:latin typeface="Crimson Pro Semi Bold" pitchFamily="34" charset="0"/>
                <a:ea typeface="Crimson Pro Semi Bold" pitchFamily="34" charset="-122"/>
                <a:cs typeface="Crimson Pro Semi Bold" pitchFamily="34" charset="-120"/>
              </a:rPr>
              <a:t>Tools and APIs used</a:t>
            </a:r>
            <a:endParaRPr lang="en-US" sz="4800" dirty="0"/>
          </a:p>
        </p:txBody>
      </p:sp>
    </p:spTree>
    <p:extLst>
      <p:ext uri="{BB962C8B-B14F-4D97-AF65-F5344CB8AC3E}">
        <p14:creationId xmlns:p14="http://schemas.microsoft.com/office/powerpoint/2010/main" val="2194777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C5EB663-7E8A-79E5-D174-75DA1492A2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48" b="6812"/>
          <a:stretch>
            <a:fillRect/>
          </a:stretch>
        </p:blipFill>
        <p:spPr bwMode="auto">
          <a:xfrm>
            <a:off x="2007054" y="1156236"/>
            <a:ext cx="10616292" cy="5917128"/>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2C9450D3-995E-4FBD-0E08-71F5A56A98B8}"/>
              </a:ext>
            </a:extLst>
          </p:cNvPr>
          <p:cNvSpPr/>
          <p:nvPr/>
        </p:nvSpPr>
        <p:spPr>
          <a:xfrm>
            <a:off x="12312999"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974C24-4EFB-E123-DF01-9347459F3D22}"/>
              </a:ext>
            </a:extLst>
          </p:cNvPr>
          <p:cNvSpPr/>
          <p:nvPr/>
        </p:nvSpPr>
        <p:spPr>
          <a:xfrm>
            <a:off x="12312999"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a:extLst>
              <a:ext uri="{FF2B5EF4-FFF2-40B4-BE49-F238E27FC236}">
                <a16:creationId xmlns:a16="http://schemas.microsoft.com/office/drawing/2014/main" id="{0B2E9B69-04E1-EE24-1BA7-D9396336C5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76388"/>
            <a:ext cx="14630400" cy="507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180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4E202B-4D12-A1F4-3AA3-559FBDFB23A8}"/>
              </a:ext>
            </a:extLst>
          </p:cNvPr>
          <p:cNvSpPr/>
          <p:nvPr/>
        </p:nvSpPr>
        <p:spPr>
          <a:xfrm>
            <a:off x="12312999"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146" name="Picture 2">
            <a:extLst>
              <a:ext uri="{FF2B5EF4-FFF2-40B4-BE49-F238E27FC236}">
                <a16:creationId xmlns:a16="http://schemas.microsoft.com/office/drawing/2014/main" id="{37739590-11D7-F104-8677-48E6D6F40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097" y="688588"/>
            <a:ext cx="12846205" cy="6852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13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AA7AE19-487D-C2DE-3803-F1B934EECAAC}"/>
              </a:ext>
            </a:extLst>
          </p:cNvPr>
          <p:cNvSpPr/>
          <p:nvPr/>
        </p:nvSpPr>
        <p:spPr>
          <a:xfrm>
            <a:off x="777104" y="798602"/>
            <a:ext cx="7991237" cy="1029176"/>
          </a:xfrm>
          <a:prstGeom prst="rect">
            <a:avLst/>
          </a:prstGeom>
          <a:noFill/>
          <a:ln/>
        </p:spPr>
        <p:txBody>
          <a:bodyPr wrap="square" lIns="0" tIns="0" rIns="0" bIns="0" rtlCol="0" anchor="t"/>
          <a:lstStyle/>
          <a:p>
            <a:pPr marL="0" indent="0" algn="l">
              <a:lnSpc>
                <a:spcPts val="4050"/>
              </a:lnSpc>
              <a:buNone/>
            </a:pPr>
            <a:r>
              <a:rPr lang="en-US" sz="4800" dirty="0">
                <a:solidFill>
                  <a:srgbClr val="152D47"/>
                </a:solidFill>
                <a:latin typeface="Crimson Pro Semi Bold" pitchFamily="34" charset="0"/>
                <a:ea typeface="Crimson Pro Semi Bold" pitchFamily="34" charset="-122"/>
                <a:cs typeface="Crimson Pro Semi Bold" pitchFamily="34" charset="-120"/>
              </a:rPr>
              <a:t>Results</a:t>
            </a:r>
            <a:endParaRPr lang="en-US" sz="4800" dirty="0"/>
          </a:p>
        </p:txBody>
      </p:sp>
      <p:pic>
        <p:nvPicPr>
          <p:cNvPr id="3074" name="Picture 2">
            <a:extLst>
              <a:ext uri="{FF2B5EF4-FFF2-40B4-BE49-F238E27FC236}">
                <a16:creationId xmlns:a16="http://schemas.microsoft.com/office/drawing/2014/main" id="{11BF4F8D-C145-A5AB-4B4E-74A3405CCD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11"/>
          <a:stretch>
            <a:fillRect/>
          </a:stretch>
        </p:blipFill>
        <p:spPr bwMode="auto">
          <a:xfrm>
            <a:off x="6520497" y="2680347"/>
            <a:ext cx="7806889" cy="361713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035D03E-8A21-8008-C90E-6CF9FCC8EF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9138"/>
          <a:stretch>
            <a:fillRect/>
          </a:stretch>
        </p:blipFill>
        <p:spPr bwMode="auto">
          <a:xfrm>
            <a:off x="365822" y="1972745"/>
            <a:ext cx="5958702" cy="50323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21B69AE-6A3A-4DBA-9EE7-F1A1B361D74E}"/>
              </a:ext>
            </a:extLst>
          </p:cNvPr>
          <p:cNvSpPr/>
          <p:nvPr/>
        </p:nvSpPr>
        <p:spPr>
          <a:xfrm>
            <a:off x="12312999"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38609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46152" y="508040"/>
            <a:ext cx="4682966" cy="576977"/>
          </a:xfrm>
          <a:prstGeom prst="rect">
            <a:avLst/>
          </a:prstGeom>
          <a:noFill/>
          <a:ln/>
        </p:spPr>
        <p:txBody>
          <a:bodyPr wrap="none" lIns="0" tIns="0" rIns="0" bIns="0" rtlCol="0" anchor="t"/>
          <a:lstStyle/>
          <a:p>
            <a:pPr marL="0" indent="0" algn="l">
              <a:lnSpc>
                <a:spcPts val="4500"/>
              </a:lnSpc>
              <a:buNone/>
            </a:pPr>
            <a:r>
              <a:rPr lang="en-US" sz="3600" dirty="0">
                <a:solidFill>
                  <a:srgbClr val="152D47"/>
                </a:solidFill>
                <a:latin typeface="Crimson Pro Semi Bold" pitchFamily="34" charset="0"/>
                <a:ea typeface="Crimson Pro Semi Bold" pitchFamily="34" charset="-122"/>
                <a:cs typeface="Crimson Pro Semi Bold" pitchFamily="34" charset="-120"/>
              </a:rPr>
              <a:t>Conclusion</a:t>
            </a:r>
            <a:endParaRPr lang="en-US" sz="3600" dirty="0"/>
          </a:p>
        </p:txBody>
      </p:sp>
      <p:sp>
        <p:nvSpPr>
          <p:cNvPr id="4" name="Text 1"/>
          <p:cNvSpPr/>
          <p:nvPr/>
        </p:nvSpPr>
        <p:spPr>
          <a:xfrm>
            <a:off x="646152" y="1361956"/>
            <a:ext cx="8007194" cy="1476970"/>
          </a:xfrm>
          <a:prstGeom prst="rect">
            <a:avLst/>
          </a:prstGeom>
          <a:noFill/>
          <a:ln/>
        </p:spPr>
        <p:txBody>
          <a:bodyPr wrap="square" lIns="0" tIns="0" rIns="0" bIns="0" rtlCol="0" anchor="t"/>
          <a:lstStyle/>
          <a:p>
            <a:pPr marL="0" indent="0" algn="l">
              <a:lnSpc>
                <a:spcPts val="2300"/>
              </a:lnSpc>
              <a:buNone/>
            </a:pPr>
            <a:r>
              <a:rPr lang="en-US" sz="1450" dirty="0">
                <a:solidFill>
                  <a:srgbClr val="4C4C4D"/>
                </a:solidFill>
                <a:latin typeface="Heebo" pitchFamily="34" charset="0"/>
                <a:ea typeface="Heebo" pitchFamily="34" charset="-122"/>
                <a:cs typeface="Heebo" pitchFamily="34" charset="-120"/>
              </a:rPr>
              <a:t>The Research Paper Summarizer demonstrates how modern automation platforms, AI capabilities, and cloud infrastructure converge to solve real research challenges. By combining n8n's orchestration, arXiv's scholarly database, Gemini's summarisation intelligence, and Google Workspace's productivity ecosystem, researchers gain a powerful tool that dramatically accelerates discovery and knowledge synthesis.</a:t>
            </a:r>
            <a:endParaRPr lang="en-US" sz="1450" dirty="0"/>
          </a:p>
        </p:txBody>
      </p:sp>
      <p:sp>
        <p:nvSpPr>
          <p:cNvPr id="20" name="Rectangle 19">
            <a:extLst>
              <a:ext uri="{FF2B5EF4-FFF2-40B4-BE49-F238E27FC236}">
                <a16:creationId xmlns:a16="http://schemas.microsoft.com/office/drawing/2014/main" id="{4AC97CED-DCAF-1E86-256E-3017C5DB1AA3}"/>
              </a:ext>
            </a:extLst>
          </p:cNvPr>
          <p:cNvSpPr/>
          <p:nvPr/>
        </p:nvSpPr>
        <p:spPr>
          <a:xfrm>
            <a:off x="12312999" y="7799789"/>
            <a:ext cx="2317401" cy="362903"/>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descr="43+ Thousand Thank You Blue Royalty-Free Images, Stock Photos &amp; Pictures |  Shutterstock">
            <a:extLst>
              <a:ext uri="{FF2B5EF4-FFF2-40B4-BE49-F238E27FC236}">
                <a16:creationId xmlns:a16="http://schemas.microsoft.com/office/drawing/2014/main" id="{AC50374C-2B03-2BD1-6AA8-18A9D2A73B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950" b="26318"/>
          <a:stretch>
            <a:fillRect/>
          </a:stretch>
        </p:blipFill>
        <p:spPr bwMode="auto">
          <a:xfrm>
            <a:off x="0" y="3746811"/>
            <a:ext cx="14674429" cy="4482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167</Words>
  <Application>Microsoft Office PowerPoint</Application>
  <PresentationFormat>Custom</PresentationFormat>
  <Paragraphs>17</Paragraphs>
  <Slides>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Heebo</vt:lpstr>
      <vt:lpstr>Crimson Pro Semi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Sree Navya</dc:creator>
  <cp:lastModifiedBy>Sree Navya Cheggoju</cp:lastModifiedBy>
  <cp:revision>3</cp:revision>
  <dcterms:created xsi:type="dcterms:W3CDTF">2025-10-31T18:39:27Z</dcterms:created>
  <dcterms:modified xsi:type="dcterms:W3CDTF">2025-11-01T08:53:19Z</dcterms:modified>
</cp:coreProperties>
</file>